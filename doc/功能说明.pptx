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项目基线管理系统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1752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v1.1.0 — 功能说明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0175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Aras PLM | Vue3 + Element Plus + TypeScript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3291840"/>
            <a:ext cx="640080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3716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2026年7月22日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项目基线管理系统是基于 Aras PLM 平台的项目计划基线管理工具，支持快照冻结、版本比对、关键路径分析与 AI 智能解读。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组件库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429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Aras PLM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数据源平台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快照管理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冻结项目计划状态，创建、查看和管理快照版本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名称、描述、创建时间、项目编号、状态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统计信息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总任务数、已完成数、整体完成百分比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0040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 ID 列表（CPM 算法计算）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任务树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00400" y="3886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WBS 递归嵌套结构，支持多层 SUMMARY 容器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20624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 系统内置 3 个预置快照：基线 V1.0、快照 V1.1、快照 V2.0 | 支持对接 Aras API 获取真实数据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基线比对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左右树状并排对比两个快照，字段粒度差异检测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左右并排对比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基准A与对比B逐行对齐，WBS 匹配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06040" y="16459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2880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9748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字段粒度检测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69748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18种字段类型逐一比对，红/橙色高亮差异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54880" y="16459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2880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4632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差异统计概览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84632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新增/删除/变更/无变化 彩色卡片可视化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903720" y="164592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82880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9516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关键路径分析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99516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CPM算法追踪关键路径任务进出和工期变化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差异颜色标注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474720" y="432511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16"/>
          <p:cNvSpPr/>
          <p:nvPr/>
        </p:nvSpPr>
        <p:spPr>
          <a:xfrm>
            <a:off x="3767328" y="4251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846320" y="43251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18"/>
          <p:cNvSpPr/>
          <p:nvPr/>
        </p:nvSpPr>
        <p:spPr>
          <a:xfrm>
            <a:off x="5138928" y="4251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217920" y="432511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0"/>
          <p:cNvSpPr/>
          <p:nvPr/>
        </p:nvSpPr>
        <p:spPr>
          <a:xfrm>
            <a:off x="6510528" y="4251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589520" y="4325112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9" name="Text 22"/>
          <p:cNvSpPr/>
          <p:nvPr/>
        </p:nvSpPr>
        <p:spPr>
          <a:xfrm>
            <a:off x="7882128" y="4251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无变化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智能分析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Agnes AI 流式分析，多维度解读基线差异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变更概述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基线变更规模与影响范围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🛤️  关键路径影响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7472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工期变化与按时交付分析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6002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风险识别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936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进度/依赖/合规/资源风险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 资源变化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人员变更与单点瓶颈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91840" y="310896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47472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 结构解读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7472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WBS变化的业务含义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310896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0936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 建议与结论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0936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可操作的管理建议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模型：Agnes 2.0 Flash  |  传输：SSE 流式  |  体验：逐字输出 + 闪烁光标 + 自动滚动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报告导出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三合一导出：Excel 表格 + Word 文档 × 2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10512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任务计划左右比对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463040" y="2029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完整任务比对表 + 差异统计 Sheet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WBS/名称/状态/工期/日期/负责人/前置依赖/关键路径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836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(.xlsx)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583680" y="210312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274320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0779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变更任务字段详情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31272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差异摘要 + 逐任务变更明细表格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旧值红底 / 新值橙底，覆盖18种字段类型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58368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(.docx)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583680" y="320040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84048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0507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基线比对建议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4224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分析报告转格式文档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标题层级/加粗/列表/表格完整保留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58368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(.docx)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583680" y="429768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入口：页头下拉菜单 + AI卡片底部导出按钮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典型操作流程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打开首页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查看最近快照概览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965960"/>
            <a:ext cx="36576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48840" y="164592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创建/查看/删除快照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36576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11880" y="164592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基线比对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选择基准A和对比B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965960"/>
            <a:ext cx="36576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074920" y="164592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左右树状对比差异详情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965960"/>
            <a:ext cx="36576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37960" y="164592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1792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多维度智能解读差异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1965960"/>
            <a:ext cx="36576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001000" y="164592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导出报告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8096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Excel/Word一键下载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数据流：快照数据 → Pinia Store → diffEngine → CompareRows → AI分析 / 导出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828800"/>
            <a:ext cx="5486400" cy="548640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项目基线管理系统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v1.1.0 — 团队高效协作，项目精准管控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Element Plus + Vite + TypeScript  |  Aras PLM  |  Agnes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https://github.com/KongA510/project-baseline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项目基线管理系统 — 功能说明</dc:title>
  <dc:subject>PptxGenJS Presentation</dc:subject>
  <dc:creator>项目基线管理系统</dc:creator>
  <cp:lastModifiedBy>项目基线管理系统</cp:lastModifiedBy>
  <cp:revision>1</cp:revision>
  <dcterms:created xsi:type="dcterms:W3CDTF">2026-07-21T17:51:09Z</dcterms:created>
  <dcterms:modified xsi:type="dcterms:W3CDTF">2026-07-21T17:51:09Z</dcterms:modified>
</cp:coreProperties>
</file>